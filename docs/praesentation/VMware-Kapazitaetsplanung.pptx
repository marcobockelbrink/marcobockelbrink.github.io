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cobockelbrink.github.io/vmwar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cobockelbrink.github.io/vmware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KAPAZITÄTS-DASHBOARD FÜR VMWARE ARIA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2F5FA"/>
                </a:solidFill>
                <a:latin typeface="Segoe UI"/>
              </a:rPr>
              <a:t>Kapazität sehen.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2F5FA"/>
                </a:solidFill>
                <a:latin typeface="Segoe UI"/>
              </a:rPr>
              <a:t>Planen. Freigeben.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3A0B5"/>
                </a:solidFill>
                <a:latin typeface="Segoe UI"/>
              </a:rPr>
              <a:t>Die gesamte virtuelle Landschaft auf einen Blick — in einem einzigen, abhängigkeitsfreien Werkzeug.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▶ Live-Demo zum Anklicken:  </a:t>
            </a:r>
            <a:r>
              <a:rPr sz="1500" b="1">
                <a:solidFill>
                  <a:srgbClr val="34D399"/>
                </a:solidFill>
                <a:latin typeface="Segoe UI"/>
                <a:hlinkClick r:id="rId2"/>
              </a:rPr>
              <a:t>marcobockelbrink.github.io/vmware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285232"/>
            <a:ext cx="5852160" cy="18288"/>
          </a:xfrm>
          <a:prstGeom prst="rect">
            <a:avLst/>
          </a:prstGeom>
          <a:solidFill>
            <a:srgbClr val="2A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Von einer KI (Claude · Anthropic) geschrieben</a:t>
            </a:r>
            <a:r>
              <a:rPr sz="1350" b="0">
                <a:solidFill>
                  <a:srgbClr val="93A0B5"/>
                </a:solidFill>
                <a:latin typeface="Segoe UI"/>
              </a:rPr>
              <a:t>  ·  eine Python-Datei ohne Fremd-Abhängigkeiten · zweisprachig DE/EN · läuft auf jedem RHEL-Host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1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1 ·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Freie Kapazität auf einen 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Sofort erkennen, wo Reserven sind — und wo es eng wird.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Freie vCPU, RAM &amp; Storage je Cluster, farbcodiert nach Auslastung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Ausfallreserve (N+1) und vSAN-Faktor bereits eingerechnet — keine Excel-Bastelei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Ein Klick zum CSV-Export für Reports ans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kapazita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2 · TIEFE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Vom Cluster bis zur VM — ein Klick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Volle Detailtiefe, ganz ohne vCenter-Login.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CPU, RAM, Storage, Netzwerk, Hosts &amp; VMs je Cluster in einer Karte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Tanzu-/Kubernetes-Reservierungen zählen automatisch 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Alle Zahlen mit derselben, nachvollziehbaren Rechenlogik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3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Ressourcen mit klarem Freigabe-Prozess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Nichts wird unbemerkt vergeben — alles ist nachvollziehbar.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Mehrstufiger Genehmigungs-Workflow je Team, inkl. Auto-Freigabe nach Schwellen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Warnung, wenn eine Anfrage nicht mehr in den Cluster passt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Lückenloses Audit-Log und automatische Mail-Benachrichtigungen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genehmig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4 · PROGNOSE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Wohin wächst die Umgebung?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Investitionsentscheidungen datenbasiert statt aus dem Bauch.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Trends aus bis zu 2 Jahren Historie: RAM/vCPU/Disk je VM, Auslastung, VM-Wachstum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Frühzeitig erkennen, wann Erweiterungen fällig werden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Selbst gezeichnete Charts — komplett offline, kein externer Dienst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5 · REICHWEITE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Alle Rechenzentren — auch die isolierten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Eine Sicht für die ganze Landschaft, rollengerecht abgesichert.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Mehrere vROps-Quellen in einer Übersicht (Quellen-Badge je Cluster)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Isolierte vCenter ohne Netz per Offline-Import (PowerCLI) einbinden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Storage-Brücke: LUN-Erweiterungen direkt ans Storage-Team (API/CSV)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MEHR 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Und da steckt noch mehr drin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31089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2381"/>
            <a:ext cx="3255264" cy="1953158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4809744"/>
            <a:ext cx="34015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VLAN-/Netzwerk-Suche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Portgruppen &amp; VLANs clusterübergreifend finden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554480"/>
            <a:ext cx="3474720" cy="31089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verwalt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132381"/>
            <a:ext cx="3255264" cy="1953158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98264" y="4809744"/>
            <a:ext cx="34015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Rollen, AD &amp; Sichtbarkeit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feingranular steuerbar, quellenbezogen filterbar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554480"/>
            <a:ext cx="3474720" cy="31089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api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2132381"/>
            <a:ext cx="3255264" cy="1953158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202168" y="4809744"/>
            <a:ext cx="34015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Eingebaute REST-API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für Grafana, CMDB &amp; Automatisierung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83FF"/>
                </a:solidFill>
                <a:latin typeface="Segoe UI"/>
              </a:rPr>
              <a:t>Außerdem: </a:t>
            </a:r>
            <a:r>
              <a:rPr sz="1200" b="0">
                <a:solidFill>
                  <a:srgbClr val="93A0B5"/>
                </a:solidFill>
                <a:latin typeface="Segoe UI"/>
              </a:rPr>
              <a:t>Webhooks · Hell-/Dunkel-Modus · SFTP-Backup · Mails &amp; Erinnerungen · Auto-Freigabe · Handbücher im Produkt · Import &amp; Export · signierte Releases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7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Das Projekt in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In rund zwei Wochen entstanden — </a:t>
            </a:r>
            <a:r>
              <a:rPr sz="1450" b="1">
                <a:solidFill>
                  <a:srgbClr val="7C83FF"/>
                </a:solidFill>
                <a:latin typeface="Segoe UI"/>
              </a:rPr>
              <a:t>vollständig mit einer KI (Claude) geschrieben.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Releases · alle signiert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208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Commits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12.400+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Zeilen Code · API-first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Fremd-Abhängigkeiten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automatisierte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2424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Security-Scanner in der 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665+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Übersetzungen · DE ↔ 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Verwaltungs-Bereiche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8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Warum das überzeugt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3500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Betrieb &amp; Kosten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80720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Nur Python-Standardbibliothek — kein Build, keine Datenbank, keine Fremd-Pakete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Läuft auf jedem RHEL-Host; ein Update = wenige Dateien austauschen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4884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3500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Sicherheit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80720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AD-Anmeldung, rollenbasierte Sichtbarkeit, quellenbezogene Filter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5 unabhängige Security-Scanner in der CI, geschützter main-Branch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361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Reichweite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81888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Zweisprachig DE/EN, offline- und proxy-fähig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API-first (v3.0): eine API für Oberfläche und externe Systeme — Grafana, CMDB &amp; 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6052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361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Entwicklung &amp; Reife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81888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Mit einer KI (Claude · Anthropic) entwickelt — hohes Tempo, konsequente Tests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Über 120 signierte Releases, Handbücher im Produkt, Architektur-Doku inklusive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▶ Jetzt live ausprobieren:  </a:t>
            </a:r>
            <a:r>
              <a:rPr sz="1600" b="1">
                <a:solidFill>
                  <a:srgbClr val="34D399"/>
                </a:solidFill>
                <a:latin typeface="Segoe UI"/>
                <a:hlinkClick r:id="rId2"/>
              </a:rPr>
              <a:t>marcobockelbrink.github.io/vmware</a:t>
            </a:r>
            <a:r>
              <a:rPr sz="1600" b="0">
                <a:solidFill>
                  <a:srgbClr val="93A0B5"/>
                </a:solidFill>
                <a:latin typeface="Segoe UI"/>
              </a:rPr>
              <a:t>   ·  sofort einsatzbereit.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9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ALLES 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Feature-Highlights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Kapazität &amp; Planung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Freie vCPU / RAM / Storage je Cluster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N+1-Reserve &amp; vSAN-Faktor eingerechnet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Tanzu-/K8s-Namespaces zählen 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Workload aus vROps · 2-Jahres-Trends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Governance &amp; Freigaben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Mehrstufiger Genehmigungs-Workflow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Auto-Freigabe nach Schwellen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Lückenloses Audit-Log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Mail-Benachrichtigungen &amp; Erinnerungen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Netzwerk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VLAN-/Portgruppen-Suche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LUN-Drilldown inkl. NAA &amp; WWPN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Storage-Brücke ans Team (API/CSV)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Mindest-LUN- &amp; Namensfilter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Rollen &amp; Sicherheit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AD-Anmeldung &amp; AD-Gruppen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Sichtbarkeits-Matrix je Rolle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vROps-Quellen-Filter je Nutzer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CSP-Härtung · 5 CI-Scanner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5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Integration &amp; 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Ausgehende Webhooks (HMAC-signiert)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Lesende v1-API (Bearer-Token)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Multi-vROps + Offline-Import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SFTP-Backup · JSON/SQLite · /healthz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Bedienung &amp; Doku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Zweisprachig DE/EN · Hell-/Dunkel-Modus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Sortieren, Blättern, Spalten wählen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Konfigurierbare Zeitzone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Reviewer-Handbuch &amp; Architektur-Doku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10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